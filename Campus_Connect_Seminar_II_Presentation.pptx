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evaluators, project guide, and dear fellow students.</a:t>
            </a:r>
          </a:p>
          <a:p>
            <a:r>
              <a:t>I am presenting my Seminar-II project titled 'Campus Connect: Automated Multi-Role Resolution Portal'.</a:t>
            </a:r>
          </a:p>
          <a:p>
            <a:r>
              <a:t>This project is developed for the Diploma in Computer Engineering curriculum under the Smart Campus Governance and Web Application domain.</a:t>
            </a:r>
          </a:p>
          <a:p>
            <a:r>
              <a:t>In this seminar, I will walk you through our problem identification, innovative multi-role workflow, alternative strategies analyzed, system architecture, budget estimation, implementation timeline, and testing validation.</a:t>
            </a:r>
          </a:p>
          <a:p>
            <a:r>
              <a:t>Estimated Speaking Time: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us first understand the real-world problem we identified on campus.</a:t>
            </a:r>
          </a:p>
          <a:p>
            <a:r>
              <a:t>In colleges, students face infrastructure issues daily — open wires in corridors, projector flickers in seminar halls, network switch drops in computer labs, or plumbing leaks.</a:t>
            </a:r>
          </a:p>
          <a:p>
            <a:r>
              <a:t>Currently, our campus relies on verbal complaints, paper logbooks, or unofficial WhatsApp messages.</a:t>
            </a:r>
          </a:p>
          <a:p>
            <a:r>
              <a:t>This results in four major bottlenecks:</a:t>
            </a:r>
          </a:p>
          <a:p>
            <a:r>
              <a:t>1. Delayed reporting because students don't know whom to contact.</a:t>
            </a:r>
          </a:p>
          <a:p>
            <a:r>
              <a:t>2. Zero tracking — students have no idea if their issue was even seen.</a:t>
            </a:r>
          </a:p>
          <a:p>
            <a:r>
              <a:t>3. Severe communication gaps between admin and technicians.</a:t>
            </a:r>
          </a:p>
          <a:p>
            <a:r>
              <a:t>4. No proof of resolution, leading to false completion claims.</a:t>
            </a:r>
          </a:p>
          <a:p>
            <a:r>
              <a:t>Campus Connect was conceived specifically to address these institutional pain points.</a:t>
            </a:r>
          </a:p>
          <a:p>
            <a:r>
              <a:t>Estimated Speaking 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slide, we analyze why existing campus approaches fail.</a:t>
            </a:r>
          </a:p>
          <a:p>
            <a:r>
              <a:t>On the left, we see the three traditional mechanisms: manual registers, verbal communication, and unstructured WhatsApp groups.</a:t>
            </a:r>
          </a:p>
          <a:p>
            <a:r>
              <a:t>None of these offer timestamping, role segregation, or SLA enforcement.</a:t>
            </a:r>
          </a:p>
          <a:p>
            <a:r>
              <a:t>On the right, we show the direct consequences:</a:t>
            </a:r>
          </a:p>
          <a:p>
            <a:r>
              <a:t>Repairs take up to 2 weeks, safety hazards like exposed 230V wiring in corridors go unattended, and the college has zero data to review technician efficiency.</a:t>
            </a:r>
          </a:p>
          <a:p>
            <a:r>
              <a:t>This proves that a digitized, strictly governed platform is a necessity, not just a luxury.</a:t>
            </a:r>
          </a:p>
          <a:p>
            <a:r>
              <a:t>Estimated Speaking 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proposed solution: Campus Connect.</a:t>
            </a:r>
          </a:p>
          <a:p>
            <a:r>
              <a:t>Unlike generic ticketing tools, Campus Connect implements a strict 5-stage sequential governance model:</a:t>
            </a:r>
          </a:p>
          <a:p>
            <a:r>
              <a:t>Student reports -&gt; Admin audits and dispatches -&gt; Technician repairs -&gt; Faculty verifies -&gt; Work Completed.</a:t>
            </a:r>
          </a:p>
          <a:p>
            <a:r>
              <a:t>Notice our four core pillars:</a:t>
            </a:r>
          </a:p>
          <a:p>
            <a:r>
              <a:t>First, role-based separation so users only see what is relevant to them.</a:t>
            </a:r>
          </a:p>
          <a:p>
            <a:r>
              <a:t>Second, dual-tier verification: Admin prevents spam, and Faculty confirms actual quality.</a:t>
            </a:r>
          </a:p>
          <a:p>
            <a:r>
              <a:t>Third, mandatory photographic evidence — technicians cannot mark work completed without uploading a photo proof of the fix.</a:t>
            </a:r>
          </a:p>
          <a:p>
            <a:r>
              <a:t>Fourth, a 7-stage live progress bar giving students 100% transparency.</a:t>
            </a:r>
          </a:p>
          <a:p>
            <a:r>
              <a:t>Estimated Speaking 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required by the Seminar-II High Proficiency criteria, let us highlight the innovation and engineering decisions in Campus Connect.</a:t>
            </a:r>
          </a:p>
          <a:p>
            <a:r>
              <a:t>We didn't just build a simple CRUD form. We designed 5 key innovations:</a:t>
            </a:r>
          </a:p>
          <a:p>
            <a:r>
              <a:t>1. Dual-Layer Quality Clearance — ensuring faculty verification before ticket closure.</a:t>
            </a:r>
          </a:p>
          <a:p>
            <a:r>
              <a:t>2. Mandatory Photographic Audit Trail — eliminating disputes.</a:t>
            </a:r>
          </a:p>
          <a:p>
            <a:r>
              <a:t>3. Smart Priority Escalation — critical electrical hazards are instantly flagged.</a:t>
            </a:r>
          </a:p>
          <a:p>
            <a:r>
              <a:t>4. 7-Stage Granular Stepper UI — giving granular visibility.</a:t>
            </a:r>
          </a:p>
          <a:p>
            <a:r>
              <a:t>5. Technician Performance Ratings &amp; Deadlines — introducing institutional accountability.</a:t>
            </a:r>
          </a:p>
          <a:p>
            <a:r>
              <a:t>Each innovation solves a specific administrative bottleneck.</a:t>
            </a:r>
          </a:p>
          <a:p>
            <a:r>
              <a:t>Estimated Speaking Time: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illustrates the complete, unbroken workflow of Campus Connect.</a:t>
            </a:r>
          </a:p>
          <a:p>
            <a:r>
              <a:t>Step 1: Student files a ticket with location and evidence — status is 'Complaint Submitted' at 14%.</a:t>
            </a:r>
          </a:p>
          <a:p>
            <a:r>
              <a:t>Step 2: Admin reviews and assigns a specialized technician with a deadline — status becomes 'Approved by Admin' at 28%.</a:t>
            </a:r>
          </a:p>
          <a:p>
            <a:r>
              <a:t>Step 3: The assigned technician receives the work order and accepts — moving to 'Work in Progress' at 57%.</a:t>
            </a:r>
          </a:p>
          <a:p>
            <a:r>
              <a:t>Step 4: Technician completes the physical fix and uploads a proof photo — moving to 'Tech Completed' at 71%.</a:t>
            </a:r>
          </a:p>
          <a:p>
            <a:r>
              <a:t>Step 5: The department faculty inspects the fix and gives final QA approval — reaching 'Completed' at 100%.</a:t>
            </a:r>
          </a:p>
          <a:p>
            <a:r>
              <a:t>If rejected at any stage, the system records the reason and notifies the student.</a:t>
            </a:r>
          </a:p>
          <a:p>
            <a:r>
              <a:t>Estimated Speaking Time: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present the 3-Tier System Architecture and Technology Stack.</a:t>
            </a:r>
          </a:p>
          <a:p>
            <a:r>
              <a:t>Tier 1 is our Presentation Layer: We used HTML5, CSS3, Bootstrap 5, and modern JavaScript to create responsive, accessible dashboards for desktop and mobile.</a:t>
            </a:r>
          </a:p>
          <a:p>
            <a:r>
              <a:t>Tier 2 is our Application Layer: Built with PHP, handling session management, role verification, state transitions, and file handling.</a:t>
            </a:r>
          </a:p>
          <a:p>
            <a:r>
              <a:t>Tier 3 is our Persistence Layer: Powered by MySQL, with fully normalized tables ensuring data integrity and fast retrieval.</a:t>
            </a:r>
          </a:p>
          <a:p>
            <a:r>
              <a:t>This 3-tier structure makes the application modular, easy to maintain, and highly scalable across departments.</a:t>
            </a:r>
          </a:p>
          <a:p>
            <a:r>
              <a:t>Estimated Speaking 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slide, we present the functional modules and database design.</a:t>
            </a:r>
          </a:p>
          <a:p>
            <a:r>
              <a:t>The system consists of four distinct modules: Student, Admin, Technician, and Faculty.</a:t>
            </a:r>
          </a:p>
          <a:p>
            <a:r>
              <a:t>On the database side, we have structured the schema with 5 key relational entities:</a:t>
            </a:r>
          </a:p>
          <a:p>
            <a:r>
              <a:t>1. tbl_users storing student credentials and roles.</a:t>
            </a:r>
          </a:p>
          <a:p>
            <a:r>
              <a:t>2. tbl_complaints storing the primary ticket state, stage index, assigned technician, and proof image URLs.</a:t>
            </a:r>
          </a:p>
          <a:p>
            <a:r>
              <a:t>3. tbl_technicians maintaining department specializations and rating metrics.</a:t>
            </a:r>
          </a:p>
          <a:p>
            <a:r>
              <a:t>4. tbl_audit_logs recording every status transition timestamp for a complete historical trail.</a:t>
            </a:r>
          </a:p>
          <a:p>
            <a:r>
              <a:t>5. tbl_departments mapping academic faculties.</a:t>
            </a:r>
          </a:p>
          <a:p>
            <a:r>
              <a:t>Estimated Speaking 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critical requirement of the Seminar-II rubric is analyzing alternative solutions.</a:t>
            </a:r>
          </a:p>
          <a:p>
            <a:r>
              <a:t>We systematically evaluated 3 alternative approaches against Campus Connect:</a:t>
            </a:r>
          </a:p>
          <a:p>
            <a:r>
              <a:t>1. Manual Paper Registers: Zero automation, zero tracking, high risk of physical record loss.</a:t>
            </a:r>
          </a:p>
          <a:p>
            <a:r>
              <a:t>2. Google Forms + Sheets: While easy to create, it lacks role-based access, cannot enforce technician photo uploads, and has no closed-loop verification.</a:t>
            </a:r>
          </a:p>
          <a:p>
            <a:r>
              <a:t>3. WhatsApp Groups: Completely unstructured, media gets mixed with personal chats, and there is no accountability.</a:t>
            </a:r>
          </a:p>
          <a:p>
            <a:r>
              <a:t>As summarized in our comparison matrix, Campus Connect is the only platform providing end-to-end multi-role routing, photographic proof, and faculty verification.</a:t>
            </a:r>
          </a:p>
          <a:p>
            <a:r>
              <a:t>Estimated Speaking Time: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and budget planning are essential parts of our Seminar-II evaluation.</a:t>
            </a:r>
          </a:p>
          <a:p>
            <a:r>
              <a:t>We have categorized our budget into two distinct sections:</a:t>
            </a:r>
          </a:p>
          <a:p>
            <a:r>
              <a:t>1. Development Cost: Exactly ₹0. We intentionally selected open-source technologies — PHP, MySQL, Bootstrap, and VS Code — eliminating any proprietary licensing fees.</a:t>
            </a:r>
          </a:p>
          <a:p>
            <a:r>
              <a:t>2. Deployment Cost: If deployed on commercial cloud hosting with a dedicated domain, the estimated annual cost is between ₹3,300 to ₹5,200.</a:t>
            </a:r>
          </a:p>
          <a:p>
            <a:r>
              <a:t>Alternatively, the college can host it on the existing campus local intranet server at zero additional cost.</a:t>
            </a:r>
          </a:p>
          <a:p>
            <a:r>
              <a:t>This makes Campus Connect economically feasible for any educational institution.</a:t>
            </a:r>
          </a:p>
          <a:p>
            <a:r>
              <a:t>Estimated Speaking 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16-week structured implementation timeline.</a:t>
            </a:r>
          </a:p>
          <a:p>
            <a:r>
              <a:t>We followed an agile engineering lifecycle across 5 distinct phases:</a:t>
            </a:r>
          </a:p>
          <a:p>
            <a:r>
              <a:t>Phase 1 (Weeks 1-3): Requirement gathering and SRS finalization.</a:t>
            </a:r>
          </a:p>
          <a:p>
            <a:r>
              <a:t>Phase 2 (Weeks 4-6): Database schema design in 3NF and UI wireframing.</a:t>
            </a:r>
          </a:p>
          <a:p>
            <a:r>
              <a:t>Phase 3 (Weeks 7-10): Core development of all 4 role portals and workflow state transitions.</a:t>
            </a:r>
          </a:p>
          <a:p>
            <a:r>
              <a:t>Phase 4 (Weeks 11-13): Comprehensive testing including security and role-boundary validation.</a:t>
            </a:r>
          </a:p>
          <a:p>
            <a:r>
              <a:t>Phase 5 (Weeks 14-16): Deployment, User Acceptance Testing, and technical documentation.</a:t>
            </a:r>
          </a:p>
          <a:p>
            <a:r>
              <a:t>This systematic plan ensures timely completion and high quality.</a:t>
            </a:r>
          </a:p>
          <a:p>
            <a:r>
              <a:t>Estimated Speaking 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conducted a 4-dimensional feasibility study:</a:t>
            </a:r>
          </a:p>
          <a:p>
            <a:r>
              <a:t>1. Technical Feasibility: PHP and MySQL are proven, robust, and supported everywhere.</a:t>
            </a:r>
          </a:p>
          <a:p>
            <a:r>
              <a:t>2. Economic Feasibility: Zero software licensing costs; runs on existing college hardware.</a:t>
            </a:r>
          </a:p>
          <a:p>
            <a:r>
              <a:t>3. Operational Feasibility: Extremely simple role-based user interfaces with minimal learning curve.</a:t>
            </a:r>
          </a:p>
          <a:p>
            <a:r>
              <a:t>4. Scalability: The database schema can effortlessly expand to support multiple campuses and thousands of concurrent users.</a:t>
            </a:r>
          </a:p>
          <a:p>
            <a:r>
              <a:t>All four dimensions confirm that Campus Connect is 100% viable for real-world deployment.</a:t>
            </a:r>
          </a:p>
          <a:p>
            <a:r>
              <a:t>Estimated Speaking 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ensure robust software quality, we created comprehensive test cases.</a:t>
            </a:r>
          </a:p>
          <a:p>
            <a:r>
              <a:t>We tested all normal flows as well as edge cases:</a:t>
            </a:r>
          </a:p>
          <a:p>
            <a:r>
              <a:t>Test cases 1 through 5 validated the sequential lifecycle transitions from Stage 1 (14%) to Stage 7 (100%).</a:t>
            </a:r>
          </a:p>
          <a:p>
            <a:r>
              <a:t>Test case 6 tested role-based security boundaries, confirming that students cannot access admin or faculty endpoints.</a:t>
            </a:r>
          </a:p>
          <a:p>
            <a:r>
              <a:t>We also ran automated validation scripts that verified all 9 test journeys with zero errors.</a:t>
            </a:r>
          </a:p>
          <a:p>
            <a:r>
              <a:t>Estimated Speaking 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at the outcomes and roadmap:</a:t>
            </a:r>
          </a:p>
          <a:p>
            <a:r>
              <a:t>The direct outcomes of Campus Connect are a 90% reduction in resolution delays, 100% tracking transparency, elimination of paper logbooks, and verified repair quality.</a:t>
            </a:r>
          </a:p>
          <a:p>
            <a:r>
              <a:t>For future enhancements, we have identified 4 realistic technical additions:</a:t>
            </a:r>
          </a:p>
          <a:p>
            <a:r>
              <a:t>1. Machine Learning NLP for automated category and priority prediction.</a:t>
            </a:r>
          </a:p>
          <a:p>
            <a:r>
              <a:t>2. QR-code tagging on campus appliances for instant reporting.</a:t>
            </a:r>
          </a:p>
          <a:p>
            <a:r>
              <a:t>3. Automated SMS/WhatsApp notifications for technicians.</a:t>
            </a:r>
          </a:p>
          <a:p>
            <a:r>
              <a:t>4. Computer vision models to detect physical damage in uploaded photos.</a:t>
            </a:r>
          </a:p>
          <a:p>
            <a:r>
              <a:t>Estimated Speaking 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Campus Connect fulfills all four core requirements of the Seminar-II High Proficiency rubric:</a:t>
            </a:r>
          </a:p>
          <a:p>
            <a:r>
              <a:t>- Innovation: Through our dual-tier verification, mandatory photographic proof, and 7-stage live tracking.</a:t>
            </a:r>
          </a:p>
          <a:p>
            <a:r>
              <a:t>- Realistic Plan: Outlined through our 16-week phased development timeline.</a:t>
            </a:r>
          </a:p>
          <a:p>
            <a:r>
              <a:t>- Budget: Documenting a ₹0 open-source development cost and affordable deployment model.</a:t>
            </a:r>
          </a:p>
          <a:p>
            <a:r>
              <a:t>- Alternatives: Demonstrated through our comparative analysis against manual registers and Google Forms.</a:t>
            </a:r>
          </a:p>
          <a:p>
            <a:r>
              <a:t>The project is fully feasible, functional, and ready for campus deployment.</a:t>
            </a:r>
          </a:p>
          <a:p>
            <a:r>
              <a:t>Thank you respected evaluators. I am now open to your questions and feedback.</a:t>
            </a:r>
          </a:p>
          <a:p>
            <a:r>
              <a:t>Estimated Speaking Time: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B82F6"/>
                </a:solidFill>
                <a:latin typeface="Calibri"/>
              </a:defRPr>
            </a:pPr>
            <a:r>
              <a:t>DIPLOMA IN COMPUTER ENGINEERING — SEMINAR-II</a:t>
            </a:r>
          </a:p>
          <a:p>
            <a:pPr>
              <a:defRPr sz="3800" b="1">
                <a:solidFill>
                  <a:srgbClr val="FFFFFF"/>
                </a:solidFill>
                <a:latin typeface="Segoe UI"/>
              </a:defRPr>
            </a:pPr>
            <a:r>
              <a:t>CAMPUS CONNECT</a:t>
            </a:r>
          </a:p>
          <a:p>
            <a:pPr>
              <a:spcAft>
                <a:spcPts val="2400"/>
              </a:spcAft>
              <a:defRPr sz="2000" b="1">
                <a:solidFill>
                  <a:srgbClr val="10B981"/>
                </a:solidFill>
                <a:latin typeface="Segoe UI"/>
              </a:defRPr>
            </a:pPr>
            <a:r>
              <a:t>Automated Multi-Role Resolution &amp; Campus Governance Portal</a:t>
            </a:r>
          </a:p>
          <a:p>
            <a:pPr>
              <a:defRPr sz="1400">
                <a:solidFill>
                  <a:srgbClr val="F1F5F9"/>
                </a:solidFill>
                <a:latin typeface="Calibri"/>
              </a:defRPr>
            </a:pPr>
            <a:r>
              <a:t>A Closed-Loop Digital Governance System: Student → Admin → Technician → Faculty →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572000"/>
            <a:ext cx="98755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PROJECT DETAILS &amp; CANDIDATE INFORMATION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Domain: Web Engineering &amp; Smart Governance     • Technology Stack: HTML, CSS, JavaScript, Bootstrap, PHP, MySQL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Target Roles: Students | Admin Office | Specialized Technicians | Department Faculty Advisors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SEMINAR-II PRESENTATION | DIPLOMA IN COMPUTER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Identification: Challenges in Campus Facility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737360"/>
            <a:ext cx="22860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691640"/>
            <a:ext cx="43891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Challenge 01: Delayed Complaint Logging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Students notice damaged switchboards, non-functioning PCs, or broken benches but face tedious manual procedures, causing severe reporting delays.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91640"/>
            <a:ext cx="43891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Challenge 02: Lack of Real-Time Tracking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Once a complaint is reported verbally or in physical registers, students have zero visibility into who is working on it or when it will be fixed.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228600" cy="228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069080"/>
            <a:ext cx="43891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Challenge 03: Communication Gaps &amp; No SLA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Handoffs between admin offices, departmental heads, and technicians are completely unstructured, leading to blame-shifting and lost tickets.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4114800"/>
            <a:ext cx="22860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069080"/>
            <a:ext cx="43891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Challenge 04: Absence of Resolution Proof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Technicians may verbally claim a repair is finished without visual proof or faculty inspection, resulting in recurring breakdowns.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SEMINAR-II PRESENTATION | DIPLOMA IN COMPUTER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Existing Systems &amp; Root Cause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CURRENT TRADITIONAL METHODS</a:t>
            </a:r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• Physical Register Books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Stationed at administrative counters; prone to physical damage, illegible handwriting, and zero automated notifications.</a:t>
            </a:r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• Verbal Reporting to Peons/Staff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High probability of human forgetfulness, lack of accountability, and no timestamped logging.</a:t>
            </a:r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• Ad-Hoc Messaging / WhatsApp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Unstructured complaint data, unmanageable media files, no role verification, and tickets get buried in chat history.</a:t>
            </a:r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• No SLA Deadlines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Work orders have no enforced completion target or escalation mechanism for high-priority hazards.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3B82F6"/>
                </a:solidFill>
              </a:defRPr>
            </a:pPr>
            <a:r>
              <a:t>INSTITUTIONAL IMPACT &amp; CONSEQUENCES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✖ Average Resolution Delay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Issues take 5 to 14 days to resolve due to multi-department paper hopping.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✖ Zero Accountable Auditing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Campus authorities cannot evaluate technician performance or recurring appliance faults.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✖ Safety Hazards Left Unattended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Critical electrical sparkings or water seepage remain unaddressed for days due to lack of priority tagging.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✖ Student Dissatisfaction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Students lose confidence in campus administration when reported grievances vanish without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SEMINAR-II PRESENTATION | DIPLOMA IN COMPUTER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Proposed Solution: Campus Connect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CAMPUS CONNECT — A 5-STAGE CLOSED-LOOP RESOLUTION LIFECYCLE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Student (Reports Issue) → Admin (Audits &amp; Dispatches) → Technician (Executes &amp; Uploads Proof) → Faculty (Inspects &amp; Verifies) → Resolution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2578608" cy="3520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926080"/>
            <a:ext cx="2304288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Role-Based Dashboards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230428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Dedicated, secure interfaces for Students, Admin, Technicians, and Faculty with strict session token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788920"/>
            <a:ext cx="2578608" cy="3520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93592" y="2926080"/>
            <a:ext cx="2304288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Dual-Tier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3566160"/>
            <a:ext cx="230428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Admin verifies inbound authenticity; Department Faculty performs final on-site inspection before ticket closure.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788920"/>
            <a:ext cx="2578608" cy="3520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18504" y="2926080"/>
            <a:ext cx="2304288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Visual Evidence Mandate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3566160"/>
            <a:ext cx="230428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Students attach fault photos/videos; Technicians MUST upload certified repair proof before submitting for QA audit.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2788920"/>
            <a:ext cx="2578608" cy="3520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43416" y="2926080"/>
            <a:ext cx="2304288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7-Stage Live Progress 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416" y="3566160"/>
            <a:ext cx="230428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Students track their exact ticket milestone with transparent percentages (14% → 100% Work Done).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SEMINAR-II PRESENTATION | DIPLOMA IN COMPUTER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Innovation: Why Campus Connect is Unique &amp; High-Value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73352"/>
            <a:ext cx="1645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Accountability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00200"/>
            <a:ext cx="8503920" cy="68580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Dual-Layer Quality Clearance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Technicians cannot unilaterally mark tickets as resolved. The academic department faculty must physically verify the repair proof, eliminating fake resolution claims.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633472"/>
            <a:ext cx="1645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Transparency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60320"/>
            <a:ext cx="8503920" cy="68580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Mandatory Photographic Audit Trail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Both initial defect (e.g. broken bulb) and completed fix (new LED installed) require photo proofs stored permanently in the audit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593592"/>
            <a:ext cx="1645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Campus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520440"/>
            <a:ext cx="8503920" cy="68580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Smart Priority Hazard Escalation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Keywords such as 'open wire', 'sparking', 'short circuit' auto-flag tickets as High Priority with urgent visual tags for immediate administrative dispatch.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553712"/>
            <a:ext cx="1645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User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480560"/>
            <a:ext cx="8503920" cy="68580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7-Stage Granular Stepper UI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Instead of binary 'Open/Closed' states, students view 7 milestones: Submitted → Admin Verified → Tech Accepted → In Progress → Tech Completed → Faculty Verified → Completed.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492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513832"/>
            <a:ext cx="1645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Data-Driven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440680"/>
            <a:ext cx="8503920" cy="68580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Technician SLA &amp; Performance Rating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Admin sets strict deadlines (e.g. 48-hour target) and faculty approvals automatically boost technician rating points for merit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SEMINAR-II PRESENTATION | DIPLOMA IN COMPUTER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Complete 5-Stage System Workflow &amp; 7-Stage Progress 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057400" cy="3108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1874519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1: 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Files complaint with category, location, priority &amp; photo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03320"/>
            <a:ext cx="1874519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Complaint Submitted</a:t>
            </a:r>
            <a:br/>
            <a:r>
              <a:t>(Stage 1 • 14%)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1508760"/>
            <a:ext cx="2057400" cy="3108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99231" y="1600200"/>
            <a:ext cx="1874519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2: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1" y="214884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Audits inbound report, assigns specialized technician &amp; deadline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9231" y="3703320"/>
            <a:ext cx="1874519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Approved by Admin</a:t>
            </a:r>
            <a:br/>
            <a:r>
              <a:t>(Stage 2 • 28%)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508760"/>
            <a:ext cx="2057400" cy="3108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75504" y="1600200"/>
            <a:ext cx="1874519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3: Tech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14884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Technician accepts work order and initiates physical repairs.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3703320"/>
            <a:ext cx="1874519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Work in Progress</a:t>
            </a:r>
            <a:br/>
            <a:r>
              <a:t>(Stage 4 • 57%)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508760"/>
            <a:ext cx="2057400" cy="3108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51776" y="1600200"/>
            <a:ext cx="1874519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4: Tech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6" y="214884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Technician finishes repair, uploads completion proof photo &amp; remarks.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6" y="3703320"/>
            <a:ext cx="1874519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Tech Completed</a:t>
            </a:r>
            <a:br/>
            <a:r>
              <a:t>(Stage 5 • 71%)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6608" y="1508760"/>
            <a:ext cx="2057400" cy="3108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28048" y="1600200"/>
            <a:ext cx="1874519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5: Faculty 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214884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Faculty inspects fix, audits proof, and confirms closure.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8048" y="3703320"/>
            <a:ext cx="1874519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Completed ✅</a:t>
            </a:r>
            <a:br/>
            <a:r>
              <a:t>(Stage 7 • 100%)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00600"/>
            <a:ext cx="1069848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7-STAGE STUDENT PROGRESS CHECKLIST (LIVE STEPPER)</a:t>
            </a:r>
          </a:p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✓ 1. Complaint Submitted (14%)  →  ✓ 2. Admin Verified (28%)  →  ✓ 3. Tech Accepted (43%)  →  ✓ 4. Work in Progress (57%)  →  ✓ 5. Tech Completed (71%)  →  ✓ 6. Faculty Verified (86%)  →  ✓ 7. Completed ✅ (100% • Work Done)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Handles Rejection Pathways: Admin Rejection or Technician Decline immediately updates status and halts progression with recorded rationale.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SEMINAR-II PRESENTATION | DIPLOMA IN COMPUTER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Architecture &amp; 3-Tier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691640"/>
            <a:ext cx="320040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Presentation Layer (Frontend)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✔ HTML5 &amp; Semantic Structure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✔ CSS3 &amp; Custom Glassmorphism Theme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✔ Bootstrap 5 (Responsive Grid &amp; Modals)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✔ Vanilla JavaScript (ES6+ Asynchronous Logic)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✔ FontAwesome 6 (Icons &amp; Visual Cues)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691640"/>
            <a:ext cx="3200400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Application &amp; Logic Layer (Backend)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2316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✔ PHP 8.x (Server-side Session &amp; API Handler)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✔ Role-Based Authentication Engine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✔ State Transition &amp; Workflow Controller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✔ File Upload &amp; Base64 Media Validator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✔ RESTful JSON Data Exchange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55448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691640"/>
            <a:ext cx="3200400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Persistence Layer (Database)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2316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✔ MySQL 8.0 Relational Database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✔ Normalized Entities (3NF)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✔ Foreign Key Integrity Constraints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✔ Timestamped Resolution Audit Logs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Calibri"/>
              </a:defRPr>
            </a:pPr>
            <a:r>
              <a:t>✔ Optimized Indexing for Fast Querying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SEMINAR-II PRESENTATION | DIPLOMA IN COMPUTER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Major Functional Modules &amp; Database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CORE FUNCTIONAL MODULES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Student Module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Issue registration, priority selection, media evidence upload, 7-stage live progress tracking, and resolution history.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Admin Console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Inbound ticket audit, specialized technician dispatching, deadline assignment, technician account management, and analytical reports.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Technician Module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Work order acceptance/rejection, task deadline monitor, resolution photo proof upload, and remarks submission.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Faculty QA Panel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Department-level work order audit, photographic proof inspection, and final quality completion clearance.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DATABASE SCHEMA (RELATIONAL ENTITIES)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🗄 tbl_users / students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gr_no (PK), name, password_hash, dept, role, status, avatar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🗄 tbl_complaints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complaint_id (PK), title, category, description, location, priority, reported_by, reported_by_gr, status, stage, admin_status, technician_status, work_status, faculty_status, tech_id, deadline, image_url, video_url, proof_img, remark, qa_verified, qa_feedback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🗄 tbl_technicians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tech_id (PK), name, dept, experience, rating, active_status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🗄 tbl_audit_logs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log_id (PK), complaint_id (FK), status_tag, note, action_by, timestamp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🗄 tbl_departments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dept_id (PK), dept_name, faculty_advisor_id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SEMINAR-II PRESENTATION | DIPLOMA IN COMPUTER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Alternative Solutions Considered &amp; Comparative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03120"/>
                <a:gridCol w="2103120"/>
                <a:gridCol w="237744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Manual Register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Google Forms + Sheets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WhatsApp Groups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Campus Connect (Proposed)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Automated Multi-Role Routing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❌ None (Manual Paper)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❌ None (Flat Spreadsheet)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❌ None (Unstructured)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✔ Full 5-Stage Automation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Live Progress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❌ Zero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⚠ Partial (Sheet Status)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❌ Lost in Chat Feed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✔ 7-Stage Live Stepper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Photo Resolution Proof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❌ No Media Support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⚠ Link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⚠ Cluttered Chat Media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✔ Mandatory Upload &amp; QA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Faculty Quality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❌ Unaudited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❌ No Verification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❌ No Verification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✔ Enforced Dual-Tier QA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Institutional Audit &amp; SLA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❌ Vulnerable to 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⚠ Basic Filter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❌ Zero Audit Trail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✔ Full History &amp; CSV Export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CONCLUSION ON STRATEGY SELECTION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Campus Connect is selected because it is the only solution that integrates role segregation, SLA enforcement, mandatory photo proof, and faculty QA verification in a single lightweight, zero-license-cost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SEMINAR-II PRESENTATION | DIPLOMA IN COMPUTER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Project Budget &amp; Cost Analysis (Development vs. Deployment)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A. DEVELOPMENT PHASE COST (STUDENT PROJECT)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Frontend Technologies: HTML5, CSS3, JavaScript, Bootstrap 5 — </a:t>
            </a:r>
            <a:r>
              <a:rPr b="1">
                <a:solidFill>
                  <a:srgbClr val="10B981"/>
                </a:solidFill>
              </a:rPr>
              <a:t>₹0 (Open Source)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Backend &amp; Database: PHP 8.x, MySQL Community Edition — </a:t>
            </a:r>
            <a:r>
              <a:rPr b="1">
                <a:solidFill>
                  <a:srgbClr val="10B981"/>
                </a:solidFill>
              </a:rPr>
              <a:t>₹0 (Open Source)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IDE &amp; Development Tools: VS Code, Git, Chrome DevTools — </a:t>
            </a:r>
            <a:r>
              <a:rPr b="1">
                <a:solidFill>
                  <a:srgbClr val="10B981"/>
                </a:solidFill>
              </a:rPr>
              <a:t>₹0 (Free / Open Source)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Hardware (Existing): College / Student PC / Laptop — </a:t>
            </a:r>
            <a:r>
              <a:rPr b="1">
                <a:solidFill>
                  <a:srgbClr val="10B981"/>
                </a:solidFill>
              </a:rPr>
              <a:t>₹0 (Existing Infrastructure)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Local Testing Server: XAMPP / Apache Local Environment — </a:t>
            </a:r>
            <a:r>
              <a:rPr b="1">
                <a:solidFill>
                  <a:srgbClr val="10B981"/>
                </a:solidFill>
              </a:rPr>
              <a:t>₹0 (Free Software)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Total Development Cost: Leveraged 100% Free &amp; Open Source Stack — </a:t>
            </a:r>
            <a:r>
              <a:rPr b="1">
                <a:solidFill>
                  <a:srgbClr val="10B981"/>
                </a:solidFill>
              </a:rPr>
              <a:t>₹0 (ZERO COST)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B. ESTIMATED INSTITUTIONAL DEPLOYMENT (ANNUAL)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Campus Domain Registration: .edu.in or .ac.in sub-domain — </a:t>
            </a:r>
            <a:r>
              <a:rPr b="1">
                <a:solidFill>
                  <a:srgbClr val="2563EB"/>
                </a:solidFill>
              </a:rPr>
              <a:t>₹800 – ₹1,200 / year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Cloud / Shared Web Hosting: Linux CPanel / VPS with PHP &amp; MySQL — </a:t>
            </a:r>
            <a:r>
              <a:rPr b="1">
                <a:solidFill>
                  <a:srgbClr val="2563EB"/>
                </a:solidFill>
              </a:rPr>
              <a:t>₹2,500 – ₹4,000 / year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SSL Security Certificate: Let's Encrypt TLS Certificate — </a:t>
            </a:r>
            <a:r>
              <a:rPr b="1">
                <a:solidFill>
                  <a:srgbClr val="2563EB"/>
                </a:solidFill>
              </a:rPr>
              <a:t>₹0 (Free Open Source)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Campus Local Server Option: Host on College Intranet Server — </a:t>
            </a:r>
            <a:r>
              <a:rPr b="1">
                <a:solidFill>
                  <a:srgbClr val="2563EB"/>
                </a:solidFill>
              </a:rPr>
              <a:t>₹0 (Using College LAN)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Annual Maintenance (AMC): In-house Student / IT Staff Maintenance — </a:t>
            </a:r>
            <a:r>
              <a:rPr b="1">
                <a:solidFill>
                  <a:srgbClr val="2563EB"/>
                </a:solidFill>
              </a:rPr>
              <a:t>₹0 (Internal Support)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Total Estimated Deployment: Full institutional rollout range — </a:t>
            </a:r>
            <a:r>
              <a:rPr b="1">
                <a:solidFill>
                  <a:srgbClr val="2563EB"/>
                </a:solidFill>
              </a:rPr>
              <a:t>₹3,300 – ₹5,200 /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1069848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FINANCIAL FEASIBILITY HIGHLIGHT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By deliberately choosing an open-source FOSS technology stack (PHP, MySQL, Bootstrap), our development cost is ₹0. For college deployment, the system can run on the existing campus intranet server for ₹0 additional expenditure.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SEMINAR-II PRESENTATION | DIPLOMA IN COMPUTER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Development Plan &amp; Implementation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874519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1: Research &amp; SRS</a:t>
            </a:r>
          </a:p>
          <a:p>
            <a:pPr algn="ctr">
              <a:defRPr sz="950">
                <a:solidFill>
                  <a:srgbClr val="F8FAFC"/>
                </a:solidFill>
              </a:defRPr>
            </a:pPr>
            <a:r>
              <a:t>Weeks 1 –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87451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Problem identification across campus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Requirement gathering from students &amp; staff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Feasibility study &amp; alternative analysis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Finalizing Software Requirement Specification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55448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99231" y="1645920"/>
            <a:ext cx="1874519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2: UI/UX &amp; DB Design</a:t>
            </a:r>
          </a:p>
          <a:p>
            <a:pPr algn="ctr">
              <a:defRPr sz="950">
                <a:solidFill>
                  <a:srgbClr val="F8FAFC"/>
                </a:solidFill>
              </a:defRPr>
            </a:pPr>
            <a:r>
              <a:t>Weeks 4 –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1" y="2331720"/>
            <a:ext cx="187451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Entity-Relationship (ER) modeling in 3NF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Designing database tables in MySQL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Figma wireframing &amp; responsive layouts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Design system setup with Bootstrap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55448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75504" y="1645920"/>
            <a:ext cx="1874519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3: Core Implementation</a:t>
            </a:r>
          </a:p>
          <a:p>
            <a:pPr algn="ctr">
              <a:defRPr sz="950">
                <a:solidFill>
                  <a:srgbClr val="F8FAFC"/>
                </a:solidFill>
              </a:defRPr>
            </a:pPr>
            <a:r>
              <a:t>Weeks 7 –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2331720"/>
            <a:ext cx="187451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Role authentication &amp; session management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Student complaint submission module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Admin dispatch &amp; technician routing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Technician proof upload &amp; Faculty QA logic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55448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51776" y="1645920"/>
            <a:ext cx="1874519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4: Testing &amp; Bug Fixing</a:t>
            </a:r>
          </a:p>
          <a:p>
            <a:pPr algn="ctr">
              <a:defRPr sz="950">
                <a:solidFill>
                  <a:srgbClr val="F8FAFC"/>
                </a:solidFill>
              </a:defRPr>
            </a:pPr>
            <a:r>
              <a:t>Weeks 11 –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776" y="2331720"/>
            <a:ext cx="187451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Unit testing of PHP endpoints &amp; forms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End-to-end workflow validation tests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Security testing for unauthorized role access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Cross-browser &amp; mobile responsiveness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554480"/>
            <a:ext cx="2057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28048" y="1645920"/>
            <a:ext cx="1874519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5: Deployment &amp; Docs</a:t>
            </a:r>
          </a:p>
          <a:p>
            <a:pPr algn="ctr">
              <a:defRPr sz="950">
                <a:solidFill>
                  <a:srgbClr val="F8FAFC"/>
                </a:solidFill>
              </a:defRPr>
            </a:pPr>
            <a:r>
              <a:t>Weeks 14 –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2331720"/>
            <a:ext cx="187451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Intranet server deployment &amp; DB migration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User acceptance testing (UAT)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Seminar-II presentation &amp; report preparation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Project manual &amp; documentation finalized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SEMINAR-II PRESENTATION | DIPLOMA IN COMPUTER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Feasibility Analysis: Technical, Economic, Operational &amp; Scalability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19072"/>
            <a:ext cx="29260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Technical Feasibility [HIGH]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PHP and MySQL are industry-standard, mature technologies supported natively across web servers.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Modern browsers fully support HTML5 media capture, JavaScript async requests, and responsive CSS grids.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No specialized, complex third-party hardware or proprietary software drivers are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719072"/>
            <a:ext cx="29260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Economic Feasibility [HIGH]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Utilizes a 100% Free and Open Source Software (FOSS) stack, requiring ₹0 licensing investment.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Can be hosted entirely on existing college server infrastructure or low-cost cloud hosting (₹3,300/yr).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Significantly reduces paper, manual register stationery, and administrative labor costs.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096512"/>
            <a:ext cx="292608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Operational Feasibility [HIGH]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Intuitive UI requires zero training for students and faculty members.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Technicians receive simplified action buttons: 'Accept', 'Decline', and 'Upload Proof'.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Clear visual feedback and transparent progress bars encourage campus-wide adoption.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4096512"/>
            <a:ext cx="292608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Scalability Feasibility [HIGH]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572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Modular database architecture easily scales from single building to multi-campus institutions.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Can easily accommodate new departments, additional technicians, and specialized facility categories.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Designed to support future AI/ML automated classification and SMS/Email notification APIs.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SEMINAR-II PRESENTATION | DIPLOMA IN COMPUTER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Testing, Validation &amp; Quality Assurance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377440"/>
                <a:gridCol w="2926080"/>
                <a:gridCol w="292608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Input / Action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Expected Outcome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Student Complaint Submission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Valid title, category, location, priority &amp; image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Ticket saved, status set to 'Complaint Submitted' (Stage 1 • 14%)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Admin Inbound Audit &amp; Dispatch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Select technician &amp; assign deadline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Ticket status updated to 'Approved by Admin' (Stage 2 • 28%)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Technician Task Acceptance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Click 'Accept Complaint' button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Status updated to 'Work in Progress' (Stage 4 • 57%)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Technician Work 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Upload base64 proof photo and resolution comments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Status becomes 'Work Completed by Technician' (Stage 5 • 71%)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Faculty QA Final Verification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Inspect photo proof and click 'Verify &amp; Approve'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Status becomes 'Completed ✅' (Stage 7 • 100% Work Done)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TC-06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Role Security &amp; Unauthorized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Student attempting to access Admin / Faculty panel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Access blocked, session redirected to authorized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532120"/>
            <a:ext cx="1069848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TESTING &amp; AUTOMATED SUITE RESULTS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Our automated test suite validated 9 distinct end-to-end user journeys including student submission, admin dispatch, technician proof validation, faculty QA approvals, and rejection paths with 100% passing test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SEMINAR-II PRESENTATION | DIPLOMA IN COMPUTER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Expected Outcomes &amp; 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MEASURABLE PROJECT OUTCOMES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✔ 90% Faster Issue Turnaround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Reduces average campus repair cycle from 7–14 days down to 24–48 hours through automated dispatch.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✔ 100% Real-Time Transparency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Eliminates student uncertainty with continuous 7-stage status updates and timestamps.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✔ Zero Paper Waste &amp; Complete Audit Trail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Replaces physical logbooks with secure, centralized, and downloadable digital complaint histories.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✔ Enforced Quality Assurance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Mandatory technician repair photos and faculty verification prevent premature or false ticket closures.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PLANNED FUTURE ENHANCEMENTS</a:t>
            </a:r>
          </a:p>
          <a:p>
            <a:pPr>
              <a:defRPr sz="1150" b="1">
                <a:solidFill>
                  <a:srgbClr val="2563EB"/>
                </a:solidFill>
              </a:defRPr>
            </a:pPr>
            <a:r>
              <a:t>🚀 AI/ML Natural Language Categorization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Integrate Naive Bayes / NLP models to automatically predict complaint category and priority from student descriptions.</a:t>
            </a:r>
          </a:p>
          <a:p>
            <a:pPr>
              <a:defRPr sz="1150" b="1">
                <a:solidFill>
                  <a:srgbClr val="2563EB"/>
                </a:solidFill>
              </a:defRPr>
            </a:pPr>
            <a:r>
              <a:t>🚀 QR-Code Smart Facility Tagging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Affix QR codes to classroom projectors, switchboards, and lab PCs for instant 1-scan complaint filing.</a:t>
            </a:r>
          </a:p>
          <a:p>
            <a:pPr>
              <a:defRPr sz="1150" b="1">
                <a:solidFill>
                  <a:srgbClr val="2563EB"/>
                </a:solidFill>
              </a:defRPr>
            </a:pPr>
            <a:r>
              <a:t>🚀 Automated SMS &amp; WhatsApp Alerts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Integrate Twilio / WhatsApp Business API for instant push alerts to technicians upon ticket dispatch.</a:t>
            </a:r>
          </a:p>
          <a:p>
            <a:pPr>
              <a:defRPr sz="1150" b="1">
                <a:solidFill>
                  <a:srgbClr val="2563EB"/>
                </a:solidFill>
              </a:defRPr>
            </a:pPr>
            <a:r>
              <a:t>🚀 Computer Vision Damage Detection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Use image classification models (CNN/TensorFlow) to auto-verify appliance damage in uploaded photos.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B82F6"/>
                </a:solidFill>
              </a:defRPr>
            </a:pPr>
            <a:r>
              <a:t>SEMINAR-II CONCLUSION &amp; RUBRIC SUMMARY</a:t>
            </a:r>
          </a:p>
          <a:p>
            <a:pPr>
              <a:spcAft>
                <a:spcPts val="2000"/>
              </a:spcAft>
              <a:defRPr sz="2600" b="1">
                <a:solidFill>
                  <a:srgbClr val="FFFFFF"/>
                </a:solidFill>
              </a:defRPr>
            </a:pPr>
            <a:r>
              <a:t>Campus Connect Delivers a Complete, Feasible &amp; Innovative Solution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✔ INNOVATION: </a:t>
            </a:r>
            <a:r>
              <a:rPr b="0">
                <a:solidFill>
                  <a:srgbClr val="F1F5F9"/>
                </a:solidFill>
              </a:rPr>
              <a:t>Dual-tier verification, mandatory photo proof, smart priority hazard tags, and 7-stage live progress tracking.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✔ REALISTIC PLAN: </a:t>
            </a:r>
            <a:r>
              <a:rPr b="0">
                <a:solidFill>
                  <a:srgbClr val="F1F5F9"/>
                </a:solidFill>
              </a:rPr>
              <a:t>Structured 16-week agile timeline covering SRS, 3NF database design, core module coding, and validation.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✔ BUDGET ANALYSIS: </a:t>
            </a:r>
            <a:r>
              <a:rPr b="0">
                <a:solidFill>
                  <a:srgbClr val="F1F5F9"/>
                </a:solidFill>
              </a:rPr>
              <a:t>100% open-source stack (₹0 dev cost) with clear institutional deployment estimate (₹3,300–₹5,200/yr).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✔ ALTERNATIVE STRATEGIES: </a:t>
            </a:r>
            <a:r>
              <a:rPr b="0">
                <a:solidFill>
                  <a:srgbClr val="F1F5F9"/>
                </a:solidFill>
              </a:rPr>
              <a:t>Systematically compared against Manual Registers, Google Forms, and WhatsApp Groups with clear justification.</a:t>
            </a:r>
          </a:p>
          <a:p>
            <a:br/>
            <a:pPr algn="ctr">
              <a:defRPr sz="1800" b="1">
                <a:solidFill>
                  <a:srgbClr val="3B82F6"/>
                </a:solidFill>
              </a:defRPr>
            </a:pPr>
            <a:r>
              <a:t>Thank You! Open for Questions &amp; Technical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